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Darker Grotesque Medium"/>
      <p:regular r:id="rId21"/>
      <p:bold r:id="rId22"/>
    </p:embeddedFont>
    <p:embeddedFont>
      <p:font typeface="Darker Grotesque"/>
      <p:regular r:id="rId23"/>
      <p:bold r:id="rId24"/>
    </p:embeddedFont>
    <p:embeddedFont>
      <p:font typeface="Archiv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DarkerGrotesqueMedium-bold.fntdata"/><Relationship Id="rId21" Type="http://schemas.openxmlformats.org/officeDocument/2006/relationships/font" Target="fonts/DarkerGrotesqueMedium-regular.fntdata"/><Relationship Id="rId24" Type="http://schemas.openxmlformats.org/officeDocument/2006/relationships/font" Target="fonts/DarkerGrotesque-bold.fntdata"/><Relationship Id="rId23" Type="http://schemas.openxmlformats.org/officeDocument/2006/relationships/font" Target="fonts/DarkerGrotesq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-bold.fntdata"/><Relationship Id="rId25" Type="http://schemas.openxmlformats.org/officeDocument/2006/relationships/font" Target="fonts/Archivo-regular.fntdata"/><Relationship Id="rId28" Type="http://schemas.openxmlformats.org/officeDocument/2006/relationships/font" Target="fonts/Archivo-boldItalic.fntdata"/><Relationship Id="rId27" Type="http://schemas.openxmlformats.org/officeDocument/2006/relationships/font" Target="fonts/Archiv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e1f8748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e1f8748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722bc30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4722bc30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e1f874854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e1f874854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3e1f874854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3e1f874854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e1f874854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3e1f87485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3e1f874854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3e1f874854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3e1f874854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3e1f874854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4722bc306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4722bc30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e1f87485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3e1f87485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722bc306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722bc30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4722bc30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4722bc30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4722bc30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4722bc30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4722bc306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4722bc306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4722bc306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4722bc306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4722bc306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4722bc306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>
            <a:off x="4249625" y="3488450"/>
            <a:ext cx="4665900" cy="1431600"/>
          </a:xfrm>
          <a:prstGeom prst="roundRect">
            <a:avLst>
              <a:gd fmla="val 885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637775" y="3665450"/>
            <a:ext cx="4041000" cy="12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28600" y="223625"/>
            <a:ext cx="6299100" cy="4691700"/>
          </a:xfrm>
          <a:prstGeom prst="roundRect">
            <a:avLst>
              <a:gd fmla="val 3982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8378775" y="223500"/>
            <a:ext cx="536700" cy="4696500"/>
          </a:xfrm>
          <a:prstGeom prst="roundRect">
            <a:avLst>
              <a:gd fmla="val 3056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>
            <p:ph idx="2" type="pic"/>
          </p:nvPr>
        </p:nvSpPr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09800" y="2743200"/>
            <a:ext cx="5648100" cy="24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Font typeface="Darker Grotesque Medium"/>
              <a:buNone/>
              <a:defRPr b="0" sz="35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51400" y="314425"/>
            <a:ext cx="4283400" cy="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 b="0" sz="1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Objective" type="tx">
  <p:cSld name="TITLE_AND_BOD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2860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228600" y="2604950"/>
            <a:ext cx="4286100" cy="20457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>
            <p:ph idx="2" type="pic"/>
          </p:nvPr>
        </p:nvSpPr>
        <p:spPr>
          <a:xfrm>
            <a:off x="4629150" y="2604950"/>
            <a:ext cx="4286100" cy="2042100"/>
          </a:xfrm>
          <a:prstGeom prst="roundRect">
            <a:avLst>
              <a:gd fmla="val 10953" name="adj"/>
            </a:avLst>
          </a:prstGeom>
          <a:noFill/>
          <a:ln>
            <a:noFill/>
          </a:ln>
        </p:spPr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29190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3" type="body"/>
          </p:nvPr>
        </p:nvSpPr>
        <p:spPr>
          <a:xfrm>
            <a:off x="29190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3205900" y="223625"/>
            <a:ext cx="27378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idx="5" type="subTitle"/>
          </p:nvPr>
        </p:nvSpPr>
        <p:spPr>
          <a:xfrm>
            <a:off x="3266546" y="1260225"/>
            <a:ext cx="24432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6" type="body"/>
          </p:nvPr>
        </p:nvSpPr>
        <p:spPr>
          <a:xfrm>
            <a:off x="3266550" y="1663200"/>
            <a:ext cx="26187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7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606395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8" type="subTitle"/>
          </p:nvPr>
        </p:nvSpPr>
        <p:spPr>
          <a:xfrm>
            <a:off x="612725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9" type="body"/>
          </p:nvPr>
        </p:nvSpPr>
        <p:spPr>
          <a:xfrm>
            <a:off x="612725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3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4" type="subTitle"/>
          </p:nvPr>
        </p:nvSpPr>
        <p:spPr>
          <a:xfrm>
            <a:off x="291900" y="3371375"/>
            <a:ext cx="4067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5" type="body"/>
          </p:nvPr>
        </p:nvSpPr>
        <p:spPr>
          <a:xfrm>
            <a:off x="291900" y="3837225"/>
            <a:ext cx="41439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6" type="subTitle"/>
          </p:nvPr>
        </p:nvSpPr>
        <p:spPr>
          <a:xfrm>
            <a:off x="291900" y="2740300"/>
            <a:ext cx="24606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>
            <p:ph idx="1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2" name="Google Shape;42;p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s &amp; Cons" type="titleOnly">
  <p:cSld name="TITLE_ONLY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228600" y="223625"/>
            <a:ext cx="4825200" cy="44379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5188325" y="223625"/>
            <a:ext cx="3727200" cy="44379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476409" y="3845757"/>
            <a:ext cx="26385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title"/>
          </p:nvPr>
        </p:nvSpPr>
        <p:spPr>
          <a:xfrm>
            <a:off x="5382375" y="3845757"/>
            <a:ext cx="2110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476409" y="392594"/>
            <a:ext cx="41643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5382375" y="392594"/>
            <a:ext cx="34194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Strategy">
  <p:cSld name="ONE_COLUMN_TEX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228600" y="223625"/>
            <a:ext cx="4238100" cy="4423500"/>
          </a:xfrm>
          <a:prstGeom prst="roundRect">
            <a:avLst>
              <a:gd fmla="val 59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4636327" y="223652"/>
            <a:ext cx="4279200" cy="9159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4636325" y="1307410"/>
            <a:ext cx="4279200" cy="2371800"/>
          </a:xfrm>
          <a:prstGeom prst="roundRect">
            <a:avLst>
              <a:gd fmla="val 119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636327" y="3846769"/>
            <a:ext cx="4279200" cy="8004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99276" y="3595975"/>
            <a:ext cx="36300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4762500" y="210875"/>
            <a:ext cx="5868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4762500" y="1307425"/>
            <a:ext cx="5868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4" type="subTitle"/>
          </p:nvPr>
        </p:nvSpPr>
        <p:spPr>
          <a:xfrm>
            <a:off x="4762500" y="3846775"/>
            <a:ext cx="5868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body"/>
          </p:nvPr>
        </p:nvSpPr>
        <p:spPr>
          <a:xfrm>
            <a:off x="5922019" y="223650"/>
            <a:ext cx="29223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body"/>
          </p:nvPr>
        </p:nvSpPr>
        <p:spPr>
          <a:xfrm>
            <a:off x="5922019" y="1307400"/>
            <a:ext cx="29223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7" type="body"/>
          </p:nvPr>
        </p:nvSpPr>
        <p:spPr>
          <a:xfrm>
            <a:off x="5922019" y="3846775"/>
            <a:ext cx="29223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821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342900" y="269025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3" type="body"/>
          </p:nvPr>
        </p:nvSpPr>
        <p:spPr>
          <a:xfrm>
            <a:off x="3920125" y="269025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8"/>
          <p:cNvSpPr/>
          <p:nvPr>
            <p:ph idx="4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6" name="Google Shape;76;p8"/>
          <p:cNvSpPr/>
          <p:nvPr>
            <p:ph idx="5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/>
          <p:nvPr>
            <p:ph idx="6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" name="Google Shape;78;p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Info">
  <p:cSld name="CUSTOM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228600" y="223675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28625" y="3466850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342900" y="3512250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3920125" y="3512250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9"/>
          <p:cNvSpPr/>
          <p:nvPr/>
        </p:nvSpPr>
        <p:spPr>
          <a:xfrm>
            <a:off x="3203200" y="223675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6057900" y="223675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" name="Google Shape;86;p9"/>
          <p:cNvSpPr txBox="1"/>
          <p:nvPr>
            <p:ph idx="2" type="body"/>
          </p:nvPr>
        </p:nvSpPr>
        <p:spPr>
          <a:xfrm>
            <a:off x="22855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3" type="body"/>
          </p:nvPr>
        </p:nvSpPr>
        <p:spPr>
          <a:xfrm>
            <a:off x="3205675" y="1647025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4" type="body"/>
          </p:nvPr>
        </p:nvSpPr>
        <p:spPr>
          <a:xfrm>
            <a:off x="605250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5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9"/>
          <p:cNvSpPr txBox="1"/>
          <p:nvPr>
            <p:ph idx="6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7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">
  <p:cSld name="CUSTOM_1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/>
          <p:nvPr/>
        </p:nvSpPr>
        <p:spPr>
          <a:xfrm>
            <a:off x="219700" y="1502438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" name="Google Shape;100;p10"/>
          <p:cNvSpPr/>
          <p:nvPr/>
        </p:nvSpPr>
        <p:spPr>
          <a:xfrm>
            <a:off x="3194300" y="1502438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6049000" y="1502438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" name="Google Shape;102;p10"/>
          <p:cNvSpPr txBox="1"/>
          <p:nvPr>
            <p:ph idx="2" type="body"/>
          </p:nvPr>
        </p:nvSpPr>
        <p:spPr>
          <a:xfrm>
            <a:off x="21965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3" type="body"/>
          </p:nvPr>
        </p:nvSpPr>
        <p:spPr>
          <a:xfrm>
            <a:off x="3196775" y="2925788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4" type="body"/>
          </p:nvPr>
        </p:nvSpPr>
        <p:spPr>
          <a:xfrm>
            <a:off x="604360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28300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6" type="subTitle"/>
          </p:nvPr>
        </p:nvSpPr>
        <p:spPr>
          <a:xfrm>
            <a:off x="3257646" y="1546063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7" type="subTitle"/>
          </p:nvPr>
        </p:nvSpPr>
        <p:spPr>
          <a:xfrm>
            <a:off x="611835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0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0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nalysis">
  <p:cSld name="CUSTOM_1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2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ing plan">
  <p:cSld name="CUSTOM_1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28600" y="223625"/>
            <a:ext cx="7978500" cy="3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1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228600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342900" y="269025"/>
            <a:ext cx="4141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3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7" name="Google Shape;127;p13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chivo"/>
              <a:buNone/>
              <a:defRPr b="0" sz="8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/>
          <p:nvPr>
            <p:ph idx="3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0" name="Google Shape;130;p13"/>
          <p:cNvSpPr/>
          <p:nvPr>
            <p:ph idx="4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" name="Google Shape;131;p13"/>
          <p:cNvSpPr/>
          <p:nvPr>
            <p:ph idx="5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2" name="Google Shape;132;p13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228600" y="3378300"/>
            <a:ext cx="5000700" cy="12687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228600" y="223625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>
            <p:ph idx="2" type="pic"/>
          </p:nvPr>
        </p:nvSpPr>
        <p:spPr>
          <a:xfrm>
            <a:off x="5349150" y="223625"/>
            <a:ext cx="3566400" cy="442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1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4"/>
          <p:cNvSpPr/>
          <p:nvPr/>
        </p:nvSpPr>
        <p:spPr>
          <a:xfrm>
            <a:off x="228600" y="1275183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228600" y="2326742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3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body"/>
          </p:nvPr>
        </p:nvSpPr>
        <p:spPr>
          <a:xfrm>
            <a:off x="2491100" y="223625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4"/>
          <p:cNvSpPr txBox="1"/>
          <p:nvPr>
            <p:ph idx="6" type="body"/>
          </p:nvPr>
        </p:nvSpPr>
        <p:spPr>
          <a:xfrm>
            <a:off x="2491150" y="1275188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7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4"/>
          <p:cNvSpPr txBox="1"/>
          <p:nvPr>
            <p:ph idx="8" type="body"/>
          </p:nvPr>
        </p:nvSpPr>
        <p:spPr>
          <a:xfrm>
            <a:off x="2491150" y="2326750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8" name="Google Shape;148;p14"/>
          <p:cNvSpPr txBox="1"/>
          <p:nvPr>
            <p:ph type="title"/>
          </p:nvPr>
        </p:nvSpPr>
        <p:spPr>
          <a:xfrm>
            <a:off x="342900" y="3423725"/>
            <a:ext cx="34572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eration slide">
  <p:cSld name="CUSTOM_1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228600" y="3378300"/>
            <a:ext cx="8686800" cy="12453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228600" y="223625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228600" y="1275183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228600" y="2326742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345750" y="3423713"/>
            <a:ext cx="41688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1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2" type="body"/>
          </p:nvPr>
        </p:nvSpPr>
        <p:spPr>
          <a:xfrm>
            <a:off x="2167777" y="223625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5"/>
          <p:cNvSpPr txBox="1"/>
          <p:nvPr>
            <p:ph idx="3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4" type="body"/>
          </p:nvPr>
        </p:nvSpPr>
        <p:spPr>
          <a:xfrm>
            <a:off x="2167820" y="127518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5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5"/>
          <p:cNvSpPr txBox="1"/>
          <p:nvPr>
            <p:ph idx="6" type="body"/>
          </p:nvPr>
        </p:nvSpPr>
        <p:spPr>
          <a:xfrm>
            <a:off x="2167820" y="232675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1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/>
          <p:cNvSpPr txBox="1"/>
          <p:nvPr>
            <p:ph idx="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5"/>
          <p:cNvSpPr/>
          <p:nvPr/>
        </p:nvSpPr>
        <p:spPr>
          <a:xfrm>
            <a:off x="4635138" y="223638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4635138" y="1275196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4635138" y="2326754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>
            <p:ph idx="8" type="subTitle"/>
          </p:nvPr>
        </p:nvSpPr>
        <p:spPr>
          <a:xfrm>
            <a:off x="4749850" y="223650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9" type="body"/>
          </p:nvPr>
        </p:nvSpPr>
        <p:spPr>
          <a:xfrm>
            <a:off x="6574314" y="22363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13" type="subTitle"/>
          </p:nvPr>
        </p:nvSpPr>
        <p:spPr>
          <a:xfrm>
            <a:off x="4749894" y="1275213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5"/>
          <p:cNvSpPr txBox="1"/>
          <p:nvPr>
            <p:ph idx="14" type="body"/>
          </p:nvPr>
        </p:nvSpPr>
        <p:spPr>
          <a:xfrm>
            <a:off x="6574357" y="127520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5"/>
          <p:cNvSpPr txBox="1"/>
          <p:nvPr>
            <p:ph idx="15" type="subTitle"/>
          </p:nvPr>
        </p:nvSpPr>
        <p:spPr>
          <a:xfrm>
            <a:off x="4749894" y="2326775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5"/>
          <p:cNvSpPr txBox="1"/>
          <p:nvPr>
            <p:ph idx="16" type="body"/>
          </p:nvPr>
        </p:nvSpPr>
        <p:spPr>
          <a:xfrm>
            <a:off x="6574357" y="2326763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17" type="body"/>
          </p:nvPr>
        </p:nvSpPr>
        <p:spPr>
          <a:xfrm>
            <a:off x="4634650" y="3423725"/>
            <a:ext cx="34521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3" name="Google Shape;173;p1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">
  <p:cSld name="CUSTOM_4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228600" y="223625"/>
            <a:ext cx="35715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228600" y="223625"/>
            <a:ext cx="4286100" cy="161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228600" y="2007883"/>
            <a:ext cx="4286100" cy="26391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635150" y="223620"/>
            <a:ext cx="4286100" cy="44235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486900" y="313025"/>
            <a:ext cx="37686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1" type="subTitle"/>
          </p:nvPr>
        </p:nvSpPr>
        <p:spPr>
          <a:xfrm>
            <a:off x="300250" y="2184550"/>
            <a:ext cx="3609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2" type="body"/>
          </p:nvPr>
        </p:nvSpPr>
        <p:spPr>
          <a:xfrm>
            <a:off x="342625" y="2878200"/>
            <a:ext cx="4005600" cy="16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1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>
            <p:ph idx="3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1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CUSTOM_5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228600" y="223625"/>
            <a:ext cx="2817000" cy="3238500"/>
          </a:xfrm>
          <a:prstGeom prst="roundRect">
            <a:avLst>
              <a:gd fmla="val 673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>
            <p:ph type="title"/>
          </p:nvPr>
        </p:nvSpPr>
        <p:spPr>
          <a:xfrm>
            <a:off x="297725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2" name="Google Shape;192;p18"/>
          <p:cNvSpPr txBox="1"/>
          <p:nvPr>
            <p:ph idx="1" type="subTitle"/>
          </p:nvPr>
        </p:nvSpPr>
        <p:spPr>
          <a:xfrm>
            <a:off x="286975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" name="Google Shape;193;p18"/>
          <p:cNvSpPr txBox="1"/>
          <p:nvPr>
            <p:ph idx="2" type="body"/>
          </p:nvPr>
        </p:nvSpPr>
        <p:spPr>
          <a:xfrm>
            <a:off x="297713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18"/>
          <p:cNvSpPr/>
          <p:nvPr/>
        </p:nvSpPr>
        <p:spPr>
          <a:xfrm>
            <a:off x="3163566" y="1408550"/>
            <a:ext cx="2817000" cy="3238500"/>
          </a:xfrm>
          <a:prstGeom prst="roundRect">
            <a:avLst>
              <a:gd fmla="val 68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>
            <p:ph idx="3" type="title"/>
          </p:nvPr>
        </p:nvSpPr>
        <p:spPr>
          <a:xfrm>
            <a:off x="3232700" y="1526050"/>
            <a:ext cx="21756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3221925" y="3018275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8"/>
          <p:cNvSpPr txBox="1"/>
          <p:nvPr>
            <p:ph idx="5" type="body"/>
          </p:nvPr>
        </p:nvSpPr>
        <p:spPr>
          <a:xfrm>
            <a:off x="3232678" y="3359100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>
            <a:off x="6098531" y="223625"/>
            <a:ext cx="2817000" cy="3238500"/>
          </a:xfrm>
          <a:prstGeom prst="roundRect">
            <a:avLst>
              <a:gd fmla="val 824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 txBox="1"/>
          <p:nvPr>
            <p:ph idx="6" type="title"/>
          </p:nvPr>
        </p:nvSpPr>
        <p:spPr>
          <a:xfrm>
            <a:off x="6167650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0" name="Google Shape;200;p18"/>
          <p:cNvSpPr txBox="1"/>
          <p:nvPr>
            <p:ph idx="7" type="subTitle"/>
          </p:nvPr>
        </p:nvSpPr>
        <p:spPr>
          <a:xfrm>
            <a:off x="6156900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18"/>
          <p:cNvSpPr txBox="1"/>
          <p:nvPr>
            <p:ph idx="8" type="body"/>
          </p:nvPr>
        </p:nvSpPr>
        <p:spPr>
          <a:xfrm>
            <a:off x="6167644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1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>
            <a:off x="176700" y="3614750"/>
            <a:ext cx="2868900" cy="1032300"/>
          </a:xfrm>
          <a:prstGeom prst="roundRect">
            <a:avLst>
              <a:gd fmla="val 1789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163575" y="223625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6098550" y="3614750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>
            <p:ph idx="13" type="title"/>
          </p:nvPr>
        </p:nvSpPr>
        <p:spPr>
          <a:xfrm>
            <a:off x="336850" y="37519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4" type="title"/>
          </p:nvPr>
        </p:nvSpPr>
        <p:spPr>
          <a:xfrm>
            <a:off x="3363725" y="3398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5" type="title"/>
          </p:nvPr>
        </p:nvSpPr>
        <p:spPr>
          <a:xfrm>
            <a:off x="6098100" y="3751925"/>
            <a:ext cx="28170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None/>
              <a:defRPr sz="9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-2481308" y="1833350"/>
            <a:ext cx="2658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100K</a:t>
            </a:r>
            <a:endParaRPr b="1" sz="18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">
  <p:cSld name="CUSTOM_1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>
            <p:ph idx="2" type="pic"/>
          </p:nvPr>
        </p:nvSpPr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4" name="Google Shape;214;p1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type="title"/>
          </p:nvPr>
        </p:nvSpPr>
        <p:spPr>
          <a:xfrm>
            <a:off x="228600" y="1917525"/>
            <a:ext cx="8686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7" name="Google Shape;217;p19"/>
          <p:cNvSpPr txBox="1"/>
          <p:nvPr>
            <p:ph idx="3" type="body"/>
          </p:nvPr>
        </p:nvSpPr>
        <p:spPr>
          <a:xfrm>
            <a:off x="5349150" y="248725"/>
            <a:ext cx="34527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8" name="Google Shape;218;p1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MAIN_POIN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>
            <p:ph idx="2" type="pic"/>
          </p:nvPr>
        </p:nvSpPr>
        <p:spPr>
          <a:xfrm>
            <a:off x="228600" y="223625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1" name="Google Shape;221;p20"/>
          <p:cNvSpPr txBox="1"/>
          <p:nvPr>
            <p:ph type="title"/>
          </p:nvPr>
        </p:nvSpPr>
        <p:spPr>
          <a:xfrm>
            <a:off x="2491100" y="1960225"/>
            <a:ext cx="65385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228600" y="1705850"/>
            <a:ext cx="2262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USTOM_6">
    <p:bg>
      <p:bgPr>
        <a:solidFill>
          <a:schemeClr val="accen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342900" y="223625"/>
            <a:ext cx="8525100" cy="18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1">
  <p:cSld name="CUSTOM_7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227" name="Google Shape;22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119" y="760213"/>
            <a:ext cx="2045398" cy="3618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mock of a tablet computer.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4471" r="4462" t="0"/>
          <a:stretch/>
        </p:blipFill>
        <p:spPr>
          <a:xfrm>
            <a:off x="3469416" y="760225"/>
            <a:ext cx="5023764" cy="362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>
            <p:ph idx="2" type="pic"/>
          </p:nvPr>
        </p:nvSpPr>
        <p:spPr>
          <a:xfrm>
            <a:off x="993900" y="844150"/>
            <a:ext cx="1614300" cy="3417000"/>
          </a:xfrm>
          <a:prstGeom prst="roundRect">
            <a:avLst>
              <a:gd fmla="val 12259" name="adj"/>
            </a:avLst>
          </a:prstGeom>
          <a:noFill/>
          <a:ln>
            <a:noFill/>
          </a:ln>
        </p:spPr>
      </p:sp>
      <p:sp>
        <p:nvSpPr>
          <p:cNvPr id="230" name="Google Shape;230;p22"/>
          <p:cNvSpPr/>
          <p:nvPr>
            <p:ph idx="3" type="pic"/>
          </p:nvPr>
        </p:nvSpPr>
        <p:spPr>
          <a:xfrm>
            <a:off x="3568350" y="844150"/>
            <a:ext cx="4812300" cy="3417000"/>
          </a:xfrm>
          <a:prstGeom prst="roundRect">
            <a:avLst>
              <a:gd fmla="val 488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2">
  <p:cSld name="CUSTOM_8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50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>
            <p:ph idx="2" type="pic"/>
          </p:nvPr>
        </p:nvSpPr>
        <p:spPr>
          <a:xfrm>
            <a:off x="8689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234" name="Google Shape;23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26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>
            <p:ph idx="3" type="pic"/>
          </p:nvPr>
        </p:nvSpPr>
        <p:spPr>
          <a:xfrm>
            <a:off x="36265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236" name="Google Shape;23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102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>
            <p:ph idx="4" type="pic"/>
          </p:nvPr>
        </p:nvSpPr>
        <p:spPr>
          <a:xfrm>
            <a:off x="63841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3">
  <p:cSld name="CUSTOM_9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desktop computer." id="239" name="Google Shape;2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4249" y="304725"/>
            <a:ext cx="5395502" cy="45340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>
            <p:ph idx="2" type="pic"/>
          </p:nvPr>
        </p:nvSpPr>
        <p:spPr>
          <a:xfrm>
            <a:off x="1956925" y="389550"/>
            <a:ext cx="5231400" cy="2956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3" name="Google Shape;24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5" name="Google Shape;25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6" name="Google Shape;25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0" name="Google Shape;270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Archivo"/>
                <a:ea typeface="Archivo"/>
                <a:cs typeface="Archivo"/>
                <a:sym typeface="Archivo"/>
              </a:defRPr>
            </a:lvl1pPr>
            <a:lvl2pPr lvl="1"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6" name="Google Shape;286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7" name="Google Shape;287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9" name="Google Shape;29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9" name="Google Shape;309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6" name="Google Shape;316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7" name="Google Shape;317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8" name="Google Shape;318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9" name="Google Shape;319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9" name="Google Shape;329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8" name="Google Shape;338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0" y="223625"/>
            <a:ext cx="57150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b="1" sz="4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0900" y="3328825"/>
            <a:ext cx="65472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orient="horz" pos="3099">
          <p15:clr>
            <a:srgbClr val="E46962"/>
          </p15:clr>
        </p15:guide>
        <p15:guide id="4" pos="216">
          <p15:clr>
            <a:srgbClr val="E46962"/>
          </p15:clr>
        </p15:guide>
        <p15:guide id="5" pos="593">
          <p15:clr>
            <a:srgbClr val="E46962"/>
          </p15:clr>
        </p15:guide>
        <p15:guide id="6" pos="669">
          <p15:clr>
            <a:srgbClr val="E46962"/>
          </p15:clr>
        </p15:guide>
        <p15:guide id="7" pos="1044">
          <p15:clr>
            <a:srgbClr val="E46962"/>
          </p15:clr>
        </p15:guide>
        <p15:guide id="8" pos="1119">
          <p15:clr>
            <a:srgbClr val="E46962"/>
          </p15:clr>
        </p15:guide>
        <p15:guide id="9" pos="1494">
          <p15:clr>
            <a:srgbClr val="E46962"/>
          </p15:clr>
        </p15:guide>
        <p15:guide id="10" pos="1569">
          <p15:clr>
            <a:srgbClr val="E46962"/>
          </p15:clr>
        </p15:guide>
        <p15:guide id="11" pos="1944">
          <p15:clr>
            <a:srgbClr val="E46962"/>
          </p15:clr>
        </p15:guide>
        <p15:guide id="12" pos="2019">
          <p15:clr>
            <a:srgbClr val="E46962"/>
          </p15:clr>
        </p15:guide>
        <p15:guide id="13" pos="2394">
          <p15:clr>
            <a:srgbClr val="E46962"/>
          </p15:clr>
        </p15:guide>
        <p15:guide id="14" pos="2469">
          <p15:clr>
            <a:srgbClr val="E46962"/>
          </p15:clr>
        </p15:guide>
        <p15:guide id="15" pos="2844">
          <p15:clr>
            <a:srgbClr val="E46962"/>
          </p15:clr>
        </p15:guide>
        <p15:guide id="16" pos="2919">
          <p15:clr>
            <a:srgbClr val="E46962"/>
          </p15:clr>
        </p15:guide>
        <p15:guide id="17" pos="3294">
          <p15:clr>
            <a:srgbClr val="E46962"/>
          </p15:clr>
        </p15:guide>
        <p15:guide id="18" pos="3370">
          <p15:clr>
            <a:srgbClr val="E46962"/>
          </p15:clr>
        </p15:guide>
        <p15:guide id="19" pos="3744">
          <p15:clr>
            <a:srgbClr val="E46962"/>
          </p15:clr>
        </p15:guide>
        <p15:guide id="20" pos="3816">
          <p15:clr>
            <a:srgbClr val="E46962"/>
          </p15:clr>
        </p15:guide>
        <p15:guide id="21" pos="4194">
          <p15:clr>
            <a:srgbClr val="E46962"/>
          </p15:clr>
        </p15:guide>
        <p15:guide id="22" pos="4270">
          <p15:clr>
            <a:srgbClr val="E46962"/>
          </p15:clr>
        </p15:guide>
        <p15:guide id="23" pos="4644">
          <p15:clr>
            <a:srgbClr val="E46962"/>
          </p15:clr>
        </p15:guide>
        <p15:guide id="24" pos="4720">
          <p15:clr>
            <a:srgbClr val="E46962"/>
          </p15:clr>
        </p15:guide>
        <p15:guide id="25" pos="5094">
          <p15:clr>
            <a:srgbClr val="E46962"/>
          </p15:clr>
        </p15:guide>
        <p15:guide id="26" pos="5170">
          <p15:clr>
            <a:srgbClr val="E46962"/>
          </p15:clr>
        </p15:guide>
        <p15:guide id="27" pos="5544">
          <p15:clr>
            <a:srgbClr val="E46962"/>
          </p15:clr>
        </p15:guide>
        <p15:guide id="28" pos="5616">
          <p15:clr>
            <a:srgbClr val="E46962"/>
          </p15:clr>
        </p15:guide>
        <p15:guide id="29" orient="horz" pos="2927">
          <p15:clr>
            <a:srgbClr val="E46962"/>
          </p15:clr>
        </p15:guide>
        <p15:guide id="30" orient="horz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Linear regression</a:t>
            </a:r>
            <a:endParaRPr sz="10000"/>
          </a:p>
        </p:txBody>
      </p:sp>
      <p:sp>
        <p:nvSpPr>
          <p:cNvPr id="368" name="Google Shape;368;p46"/>
          <p:cNvSpPr txBox="1"/>
          <p:nvPr>
            <p:ph idx="2" type="title"/>
          </p:nvPr>
        </p:nvSpPr>
        <p:spPr>
          <a:xfrm>
            <a:off x="4637775" y="3222275"/>
            <a:ext cx="4041000" cy="12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t/>
            </a:r>
            <a:endParaRPr sz="50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t/>
            </a:r>
            <a:endParaRPr sz="50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t/>
            </a:r>
            <a:endParaRPr sz="50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rPr lang="en" sz="5000"/>
              <a:t>Ezzeddin Alnajjar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Attribute with strong correlation</a:t>
            </a:r>
            <a:endParaRPr sz="5000"/>
          </a:p>
        </p:txBody>
      </p:sp>
      <p:pic>
        <p:nvPicPr>
          <p:cNvPr id="374" name="Google Shape;374;p47" title="he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75" y="1365725"/>
            <a:ext cx="8616926" cy="35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Descriptive Statistics</a:t>
            </a:r>
            <a:endParaRPr sz="5000"/>
          </a:p>
        </p:txBody>
      </p:sp>
      <p:pic>
        <p:nvPicPr>
          <p:cNvPr id="380" name="Google Shape;380;p48" title="st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324450"/>
            <a:ext cx="8750923" cy="267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</a:t>
            </a:r>
            <a:r>
              <a:rPr lang="en" sz="5000"/>
              <a:t>istogram</a:t>
            </a:r>
            <a:endParaRPr sz="5000"/>
          </a:p>
        </p:txBody>
      </p:sp>
      <p:pic>
        <p:nvPicPr>
          <p:cNvPr id="386" name="Google Shape;386;p49" title="his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1" y="1390650"/>
            <a:ext cx="8832876" cy="360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Box Plot</a:t>
            </a:r>
            <a:endParaRPr sz="5000"/>
          </a:p>
        </p:txBody>
      </p:sp>
      <p:pic>
        <p:nvPicPr>
          <p:cNvPr id="392" name="Google Shape;392;p50" title="bo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0" y="1305000"/>
            <a:ext cx="8742001" cy="36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Encoding of categorical variable</a:t>
            </a:r>
            <a:r>
              <a:rPr lang="en" sz="7500"/>
              <a:t> </a:t>
            </a:r>
            <a:endParaRPr sz="7500"/>
          </a:p>
        </p:txBody>
      </p:sp>
      <p:pic>
        <p:nvPicPr>
          <p:cNvPr id="398" name="Google Shape;398;p51" title="en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817950"/>
            <a:ext cx="8801101" cy="313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2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Normalization or </a:t>
            </a:r>
            <a:r>
              <a:rPr lang="en" sz="5000"/>
              <a:t>Standardization</a:t>
            </a:r>
            <a:r>
              <a:rPr lang="en" sz="5000"/>
              <a:t> ?</a:t>
            </a:r>
            <a:r>
              <a:rPr lang="en" sz="7500"/>
              <a:t> </a:t>
            </a:r>
            <a:endParaRPr sz="7500"/>
          </a:p>
        </p:txBody>
      </p:sp>
      <p:sp>
        <p:nvSpPr>
          <p:cNvPr id="404" name="Google Shape;404;p52"/>
          <p:cNvSpPr txBox="1"/>
          <p:nvPr/>
        </p:nvSpPr>
        <p:spPr>
          <a:xfrm>
            <a:off x="228600" y="1760250"/>
            <a:ext cx="8686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Looking at the distribution and the structure of each attribute there is no need for </a:t>
            </a:r>
            <a:r>
              <a:rPr lang="en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Normalization nor Standardizations </a:t>
            </a:r>
            <a:r>
              <a:rPr lang="en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Why Linear regression?</a:t>
            </a:r>
            <a:r>
              <a:rPr lang="en" sz="7500"/>
              <a:t> </a:t>
            </a:r>
            <a:endParaRPr sz="7500"/>
          </a:p>
        </p:txBody>
      </p:sp>
      <p:sp>
        <p:nvSpPr>
          <p:cNvPr id="410" name="Google Shape;410;p53"/>
          <p:cNvSpPr txBox="1"/>
          <p:nvPr/>
        </p:nvSpPr>
        <p:spPr>
          <a:xfrm>
            <a:off x="228600" y="1516350"/>
            <a:ext cx="8686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1) Simplicity 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2) Predicting Continuous Values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3) Computational Efficiency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Training stage</a:t>
            </a:r>
            <a:r>
              <a:rPr lang="en" sz="7500"/>
              <a:t> </a:t>
            </a:r>
            <a:endParaRPr sz="7500"/>
          </a:p>
        </p:txBody>
      </p:sp>
      <p:sp>
        <p:nvSpPr>
          <p:cNvPr id="416" name="Google Shape;416;p54"/>
          <p:cNvSpPr txBox="1"/>
          <p:nvPr/>
        </p:nvSpPr>
        <p:spPr>
          <a:xfrm>
            <a:off x="228600" y="1234450"/>
            <a:ext cx="868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formula for linear regression at the training stage 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17" name="Google Shape;417;p54" title="fo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75" y="1817950"/>
            <a:ext cx="8652052" cy="1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4" title="form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75" y="3399350"/>
            <a:ext cx="8686802" cy="15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5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Testing stage</a:t>
            </a:r>
            <a:r>
              <a:rPr lang="en" sz="7500"/>
              <a:t> </a:t>
            </a:r>
            <a:endParaRPr sz="7500"/>
          </a:p>
        </p:txBody>
      </p:sp>
      <p:sp>
        <p:nvSpPr>
          <p:cNvPr id="424" name="Google Shape;424;p55"/>
          <p:cNvSpPr txBox="1"/>
          <p:nvPr/>
        </p:nvSpPr>
        <p:spPr>
          <a:xfrm>
            <a:off x="228600" y="1380675"/>
            <a:ext cx="868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formula for linear regression at the testing stage 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25" name="Google Shape;425;p55" title="formp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50" y="3274125"/>
            <a:ext cx="8784473" cy="17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5" title="testout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89275"/>
            <a:ext cx="8784476" cy="10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6"/>
          <p:cNvSpPr txBox="1"/>
          <p:nvPr>
            <p:ph type="title"/>
          </p:nvPr>
        </p:nvSpPr>
        <p:spPr>
          <a:xfrm>
            <a:off x="114300" y="92175"/>
            <a:ext cx="8915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Performance of the model</a:t>
            </a:r>
            <a:r>
              <a:rPr lang="en" sz="7500"/>
              <a:t> </a:t>
            </a:r>
            <a:r>
              <a:rPr lang="en" sz="7500"/>
              <a:t> </a:t>
            </a:r>
            <a:endParaRPr sz="7500"/>
          </a:p>
        </p:txBody>
      </p:sp>
      <p:sp>
        <p:nvSpPr>
          <p:cNvPr id="432" name="Google Shape;432;p56"/>
          <p:cNvSpPr txBox="1"/>
          <p:nvPr/>
        </p:nvSpPr>
        <p:spPr>
          <a:xfrm>
            <a:off x="342900" y="1827000"/>
            <a:ext cx="8149800" cy="86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Since the model splits the data randomly, its performance metrics will vary with each run. The observed range for the Mean Squared Error (MSE) is </a:t>
            </a:r>
            <a:r>
              <a:rPr b="1" lang="en">
                <a:solidFill>
                  <a:schemeClr val="lt1"/>
                </a:solidFill>
              </a:rPr>
              <a:t>3.37 to 5.10</a:t>
            </a:r>
            <a:r>
              <a:rPr lang="en">
                <a:solidFill>
                  <a:schemeClr val="lt1"/>
                </a:solidFill>
              </a:rPr>
              <a:t>, while the </a:t>
            </a:r>
            <a:r>
              <a:rPr b="1" lang="en">
                <a:solidFill>
                  <a:schemeClr val="lt1"/>
                </a:solidFill>
              </a:rPr>
              <a:t>R-squared (R²) score ranges from 0.74 to 0.82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7"/>
          <p:cNvSpPr txBox="1"/>
          <p:nvPr>
            <p:ph type="title"/>
          </p:nvPr>
        </p:nvSpPr>
        <p:spPr>
          <a:xfrm>
            <a:off x="114300" y="0"/>
            <a:ext cx="8915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First run</a:t>
            </a:r>
            <a:r>
              <a:rPr lang="en" sz="7500"/>
              <a:t> </a:t>
            </a:r>
            <a:r>
              <a:rPr lang="en" sz="7500"/>
              <a:t>  </a:t>
            </a:r>
            <a:endParaRPr sz="7500"/>
          </a:p>
        </p:txBody>
      </p:sp>
      <p:pic>
        <p:nvPicPr>
          <p:cNvPr id="438" name="Google Shape;438;p57" title="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392875"/>
            <a:ext cx="3867574" cy="367204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7"/>
          <p:cNvSpPr txBox="1"/>
          <p:nvPr/>
        </p:nvSpPr>
        <p:spPr>
          <a:xfrm>
            <a:off x="4350400" y="3635900"/>
            <a:ext cx="4296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MSE = 4.39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R^2 = 0.79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114300" y="92175"/>
            <a:ext cx="8915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Second</a:t>
            </a:r>
            <a:r>
              <a:rPr lang="en" sz="5000"/>
              <a:t> run</a:t>
            </a:r>
            <a:r>
              <a:rPr lang="en" sz="7500"/>
              <a:t>   </a:t>
            </a:r>
            <a:endParaRPr sz="7500"/>
          </a:p>
        </p:txBody>
      </p:sp>
      <p:sp>
        <p:nvSpPr>
          <p:cNvPr id="445" name="Google Shape;445;p58"/>
          <p:cNvSpPr txBox="1"/>
          <p:nvPr/>
        </p:nvSpPr>
        <p:spPr>
          <a:xfrm>
            <a:off x="4350400" y="3635900"/>
            <a:ext cx="4296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MSE = 5.10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R^2 = 0.74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46" name="Google Shape;446;p58" title="f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000"/>
            <a:ext cx="3854325" cy="36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114300" y="92175"/>
            <a:ext cx="8915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Third</a:t>
            </a:r>
            <a:r>
              <a:rPr lang="en" sz="5000"/>
              <a:t> run   </a:t>
            </a:r>
            <a:endParaRPr sz="5000"/>
          </a:p>
        </p:txBody>
      </p:sp>
      <p:sp>
        <p:nvSpPr>
          <p:cNvPr id="452" name="Google Shape;452;p59"/>
          <p:cNvSpPr txBox="1"/>
          <p:nvPr/>
        </p:nvSpPr>
        <p:spPr>
          <a:xfrm>
            <a:off x="4350400" y="3635900"/>
            <a:ext cx="4296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MSE = 4.13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R^2 = 0.80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53" name="Google Shape;453;p59" title="f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9100"/>
            <a:ext cx="3818150" cy="356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0"/>
          <p:cNvSpPr txBox="1"/>
          <p:nvPr>
            <p:ph type="title"/>
          </p:nvPr>
        </p:nvSpPr>
        <p:spPr>
          <a:xfrm>
            <a:off x="114300" y="0"/>
            <a:ext cx="89154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Fourth</a:t>
            </a:r>
            <a:r>
              <a:rPr lang="en" sz="5000"/>
              <a:t> run</a:t>
            </a:r>
            <a:r>
              <a:rPr lang="en" sz="7500"/>
              <a:t>   </a:t>
            </a:r>
            <a:endParaRPr sz="7500"/>
          </a:p>
        </p:txBody>
      </p:sp>
      <p:sp>
        <p:nvSpPr>
          <p:cNvPr id="459" name="Google Shape;459;p60"/>
          <p:cNvSpPr txBox="1"/>
          <p:nvPr/>
        </p:nvSpPr>
        <p:spPr>
          <a:xfrm>
            <a:off x="4350400" y="3627600"/>
            <a:ext cx="4296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MSE = 3.37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R^2 = 0.82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Average MSE =  4.25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Average R^2 = 0.79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60" name="Google Shape;460;p60" title="f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266250"/>
            <a:ext cx="3881450" cy="37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">
  <a:themeElements>
    <a:clrScheme name="Simple Light">
      <a:dk1>
        <a:srgbClr val="FFFFFF"/>
      </a:dk1>
      <a:lt1>
        <a:srgbClr val="000000"/>
      </a:lt1>
      <a:dk2>
        <a:srgbClr val="FFFFFF"/>
      </a:dk2>
      <a:lt2>
        <a:srgbClr val="ADC2AC"/>
      </a:lt2>
      <a:accent1>
        <a:srgbClr val="83AFA8"/>
      </a:accent1>
      <a:accent2>
        <a:srgbClr val="346B66"/>
      </a:accent2>
      <a:accent3>
        <a:srgbClr val="78909C"/>
      </a:accent3>
      <a:accent4>
        <a:srgbClr val="3E618F"/>
      </a:accent4>
      <a:accent5>
        <a:srgbClr val="465F59"/>
      </a:accent5>
      <a:accent6>
        <a:srgbClr val="5B7973"/>
      </a:accent6>
      <a:hlink>
        <a:srgbClr val="ADC2A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